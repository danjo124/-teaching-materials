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Brave New World - 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Isolation, Individualism, and the Alpha-Plus Perspective</a:t>
            </a:r>
          </a:p>
          <a:p>
            <a:r>
              <a:t>Interactive Class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 1: Bernard and Lenina</a:t>
            </a:r>
          </a:p>
          <a:p>
            <a:r>
              <a:t>• The public acceptance of the reservation trip.</a:t>
            </a:r>
          </a:p>
          <a:p>
            <a:r>
              <a:t>• Bernard's desire for privacy vs. Lenina's social conditioning.</a:t>
            </a:r>
          </a:p>
          <a:p>
            <a:r>
              <a:t>Part 2: Bernard and Helmholtz</a:t>
            </a:r>
          </a:p>
          <a:p>
            <a:r>
              <a:t>• Introduction to Helmholtz Watson (Mental Excess).</a:t>
            </a:r>
          </a:p>
          <a:p>
            <a:r>
              <a:t>• The common bond: A sense of being 'different'.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Spotlight: Bernard Marx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 vs. Social Status</a:t>
            </a:r>
          </a:p>
          <a:p>
            <a:r>
              <a:t>• Rumor: Alcohol in his blood-surrogate.</a:t>
            </a:r>
          </a:p>
          <a:p>
            <a:r>
              <a:t>• Effect: He feels small, weak, and isolated.</a:t>
            </a:r>
          </a:p>
          <a:p>
            <a:r>
              <a:t>[Class Question]: How does physical appearance dictate social power in the World State?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Spotlight: Helmholtz Watson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Mental Excess</a:t>
            </a:r>
          </a:p>
          <a:p>
            <a:r>
              <a:t>• The 'Perfect Alpha' who is too smart for the system.</a:t>
            </a:r>
          </a:p>
          <a:p>
            <a:r>
              <a:t>• Dissatisfaction with propaganda writing.</a:t>
            </a:r>
          </a:p>
          <a:p>
            <a:r>
              <a:t>[Class Task]: Compare Helmholtz and Bernard. Who has a harder time fitting in?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Themes to Discuss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Privacy vs. Publicity</a:t>
            </a:r>
          </a:p>
          <a:p>
            <a:r>
              <a:t>2. The Burden of Individuality</a:t>
            </a:r>
          </a:p>
          <a:p>
            <a:r>
              <a:t>3. The Failure of Conditioning in Alphas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Why does Bernard hate the lift (elevator) conversation?</a:t>
            </a:r>
          </a:p>
          <a:p>
            <a:r>
              <a:t>Q2: What does Helmholtz want to do with his writing?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